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-211" y="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61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291840"/>
            <a:ext cx="4023360" cy="402336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8458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902" y="1180033"/>
            <a:ext cx="373075" cy="1088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033" y="1047902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—  PYTHON OOP PROJECT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Management </a:t>
            </a:r>
            <a:r>
              <a:rPr lang="en-US" sz="4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DF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doctors, appointments, records and billing — modeled with classes, inheritance, and clean, rule-checked data.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0A5C63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6177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32304" y="46177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A5C63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32304" y="4617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58768" y="461772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0A5C63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58768" y="46177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76672" y="46177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A5C63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76672" y="4617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46177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A5C63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3136" y="46177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  ·  Interactive GUI with ipywidgets  ·  Persisted to JSON</a:t>
            </a:r>
            <a:endParaRPr lang="en-US" sz="1200" dirty="0"/>
          </a:p>
        </p:txBody>
      </p:sp>
      <p:sp>
        <p:nvSpPr>
          <p:cNvPr id="25" name="Text 6"/>
          <p:cNvSpPr txBox="1"/>
          <p:nvPr/>
        </p:nvSpPr>
        <p:spPr>
          <a:xfrm>
            <a:off x="777240" y="34768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sz="2400" b="1" kern="0" spc="200" smtClean="0">
                <a:solidFill>
                  <a:srgbClr val="02C39A"/>
                </a:solidFill>
                <a:latin typeface="Calibri" pitchFamily="34" charset="0"/>
                <a:cs typeface="Calibri" pitchFamily="34" charset="-120"/>
              </a:rPr>
              <a:t>Team members: Saif El-Deen Ali Ahmed Atwaa</a:t>
            </a:r>
            <a:endParaRPr lang="en-US" sz="2400" dirty="0"/>
          </a:p>
        </p:txBody>
      </p:sp>
      <p:sp>
        <p:nvSpPr>
          <p:cNvPr id="26" name="Text 6"/>
          <p:cNvSpPr txBox="1"/>
          <p:nvPr/>
        </p:nvSpPr>
        <p:spPr>
          <a:xfrm>
            <a:off x="1691640" y="107743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b="1" kern="0" spc="20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Supervisionv of : Eng. Mohamed Abu Obida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clinic needs this system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5623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clinics often run on paper charts, sticky notes, and memory. As the patient list grows, small mistakes turn into real harm — a missed diagnosis, a doctor double-booked, a payment nobody tracked.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Management System replaces that with one structured, rule-enforcing program: every patient, doctor, appointment, diagnosis and payment lives in one place — and the system itself refuses to save data that breaks the clinic's rules.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164592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6803136" y="19796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2988" y="2144817"/>
            <a:ext cx="184343" cy="53767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68277" y="2079528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773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paper records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139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misfiled once is effectively gone.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8803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03136" y="32141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2988" y="3379257"/>
            <a:ext cx="184343" cy="53767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6968277" y="3313968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6640" y="3008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doctors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374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 handed the same 2pm slot.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11480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3136" y="44485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2988" y="4613697"/>
            <a:ext cx="184343" cy="53767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6968277" y="4548408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06640" y="4242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payments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6085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ledger of who has paid.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manages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" y="18516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0859" y="206791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356" y="198241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7066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patients: ID, name, age, phone.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49140" y="18516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79899" y="206791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65396" y="198241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7066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doctors and their specializations.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645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298180" y="18516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428939" y="206791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8514436" y="198241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7066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and prevent scheduling conflicts.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83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" y="35890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30859" y="380527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6356" y="371977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133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443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diagnoses and prescriptions.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383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49140" y="35890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79899" y="380527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4765396" y="371977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26280" y="4133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4443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validate billing amounts.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46720" y="3383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39" name="Shape 37"/>
          <p:cNvSpPr/>
          <p:nvPr/>
        </p:nvSpPr>
        <p:spPr>
          <a:xfrm>
            <a:off x="8298180" y="35890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428939" y="3805276"/>
            <a:ext cx="241402" cy="704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1" name="Shape 39"/>
          <p:cNvSpPr/>
          <p:nvPr/>
        </p:nvSpPr>
        <p:spPr>
          <a:xfrm>
            <a:off x="8514436" y="3719779"/>
            <a:ext cx="70409" cy="24140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75320" y="4133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443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view of clinic activity.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codebase ties all six together — every module reads and writes through the same ClinicSystem object.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ipywidgets dashboard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1109167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EAF6F5"/>
            </a:solidFill>
            <a:prstDash val="solid"/>
          </a:ln>
          <a:effectLst>
            <a:outerShdw blurRad="127000" dist="38100" dir="5400000" algn="bl" rotWithShape="0">
              <a:srgbClr val="173B3F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49652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49652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064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22064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4476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4476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6888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6888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39300" y="1801368"/>
            <a:ext cx="1699260" cy="4572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9300" y="1801368"/>
            <a:ext cx="1699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0332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on Staff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Appointments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9828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$9,540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160520"/>
            <a:ext cx="22860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Dashboard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4160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button click calls a Python function, updates the in-memory ClinicSystem, and re-renders this panel inside the notebook.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FOUNDATIONS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objects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the blueprint — Patient describes what every patient has (an ID, name, age, phone) and can do. An object is one real instance built from that blueprint, holding its own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73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→ Instance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7588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system.patients holds many Patient objects.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created once with add_patient(...) and from then on lives as its own object with its own ID, name, age and phone — independent of every other patient in the list.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blueprint (class)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Patient(Person):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patient_id,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name, phone, age):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phone)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self._patient_id = patient_id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self._age = int(age)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Objects (instances) built from it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Patient("P01", "Sara", "010", 29)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= Patient("P02", "Omar", "011", 41)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p1 and p2 are separate objects,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with its own state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FOUNDATIONS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 — __init__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constructor does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6712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automatically the moment an object is created. It receives the raw values the caller passed in, validates or converts them, and stores them as the object's own attributes.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with super()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2452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Doctor don't repeat the name/phone logic. Their constructors call super().__init__(name, phone) first, so Person's constructor sets up the shared fields — then each subclass adds its 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Person(ABC):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phone):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self._name = 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self._phone = phone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Doctor(Person):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doctor_id, name,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phone, specialization):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phone)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self._doctor_id = doctor_id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self._specialization = specialization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super().__init__() reuses Person's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constructor instead of duplicating it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Hide the data, expose a gate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6712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stored as _name / __app_id — never touched directly from outside. A @property getter reads them; a @property.setter is the only door in, and it can reject bad values.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protects the clinic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6168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Person.name and .phone refuse empty strings. Patient.age refuses zero or negative values. Appointment.status only accepts Scheduled, Completed or Cancelled — never a typo.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Person(ABC):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phone):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self._name = name   # "hidden"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name(self):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@name.setter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name(self, value):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value.strip():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ValueError("Name cannot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be empty.")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self._name = value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Doctor both need a name and a phone number, so that logic is written once — in Person — and inherited. Each subclass then adds only what makes it different.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77156" y="2377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7156" y="2377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(ABC)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EAF6F5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7744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patient_id, 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3154680"/>
            <a:ext cx="0" cy="822960"/>
          </a:xfrm>
          <a:prstGeom prst="line">
            <a:avLst/>
          </a:prstGeom>
          <a:noFill/>
          <a:ln w="19050">
            <a:solidFill>
              <a:srgbClr val="5B7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EAF6F5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6872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doctor_id, specialization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4476" y="3154680"/>
            <a:ext cx="2299716" cy="822960"/>
          </a:xfrm>
          <a:prstGeom prst="line">
            <a:avLst/>
          </a:prstGeom>
          <a:noFill/>
          <a:ln w="19050">
            <a:solidFill>
              <a:srgbClr val="5B74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07492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Is-a relationship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41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is a Person. A Doctor is a Person. Both automatically get get_details(), name and phone — with zero repeated code.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507492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EAF6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523951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5641848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Patient(Person): ...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Doctor(Person): ...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calls super().__init__(name, phone) to reuse the parent's setup.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call, different behavior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6712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subclass implements get_details() its own way. Code that calls person.get_details() never checks “is this a Patient or a Doctor?” — it just calls the method and gets the right answer.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5312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search tools can loop over any mix of Patients and Doctors and print each one correctly, with no if/else chain checking types.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Patient's 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get_details(self):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f"Patient [ID: {self._patient_id}]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{self._name}, {self._age}"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Doctor's 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get_details(self):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f"Dr. {self._name}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({self._specialization})"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call, two outcomes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person in [some_patient, some_doctor]: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print(person.get_details())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contract, not a finished class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6712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declared with ABC and get_details() is marked @abstractmethod. Person only defines what every subclass must be able to do — it never says how.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never create a bare Person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5312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refuses Person("x","y") outright — it enforces, at the language level, that every real object is a fully-defined Patient or Doctor.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Person(ABC):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get_details(self) -&gt; str: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Person("Sara", "010")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TypeError: Can't instantiate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abstract class Person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fully-implemented subclasses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like Patient / Doctor can be built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RELATIONSHIPS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is “is-a.” Composition is “has-a.” ClinicSystem doesn't inherit from Patient or Appointment — it owns collections of them, and coordinates how they interact.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ClinicSystem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98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A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List[Patient]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4114800"/>
            <a:ext cx="822960" cy="0"/>
          </a:xfrm>
          <a:prstGeom prst="line">
            <a:avLst/>
          </a:prstGeom>
          <a:noFill/>
          <a:ln w="15875">
            <a:solidFill>
              <a:srgbClr val="5B7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43814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AF6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438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List[Doctor]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4114800"/>
            <a:ext cx="822960" cy="0"/>
          </a:xfrm>
          <a:prstGeom prst="line">
            <a:avLst/>
          </a:prstGeom>
          <a:noFill/>
          <a:ln w="15875">
            <a:solidFill>
              <a:srgbClr val="5B74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4133088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AF6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4133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List[Appointment]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114800"/>
            <a:ext cx="822960" cy="292608"/>
          </a:xfrm>
          <a:prstGeom prst="line">
            <a:avLst/>
          </a:prstGeom>
          <a:noFill/>
          <a:ln w="15875">
            <a:solidFill>
              <a:srgbClr val="5B74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82803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AF6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48280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List[MedicalRecord]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4114800"/>
            <a:ext cx="822960" cy="987552"/>
          </a:xfrm>
          <a:prstGeom prst="line">
            <a:avLst/>
          </a:prstGeom>
          <a:noFill/>
          <a:ln w="15875">
            <a:solidFill>
              <a:srgbClr val="5B7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5522976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AF6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5522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List[Payment]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4114800"/>
            <a:ext cx="822960" cy="1682496"/>
          </a:xfrm>
          <a:prstGeom prst="line">
            <a:avLst/>
          </a:prstGeom>
          <a:noFill/>
          <a:ln w="15875">
            <a:solidFill>
              <a:srgbClr val="5B7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2331720"/>
            <a:ext cx="4050792" cy="3566160"/>
          </a:xfrm>
          <a:prstGeom prst="roundRect">
            <a:avLst>
              <a:gd name="adj" fmla="val 2308"/>
            </a:avLst>
          </a:prstGeom>
          <a:solidFill>
            <a:srgbClr val="EAF6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249631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Loosely linked, not glued together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2898648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Appointment doesn't hold a Patient object inside itself — it stores a patient_id and doctor_id, and ClinicSystem.find_patient()/find_doctor() look the real objects up on demand. This keeps the JSON file simple and each part independently saveable.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saving with JSON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up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1945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FileManager.load_data() reads clinic_data.json, or returns empty lists if it's the first run.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Work in memory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1945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ClinicSystem rebuilds real Patient / Doctor / Appointment objects from that raw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9328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Save on every change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1945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add_patient(), add_appointment(), etc. all call self.save() right after they succeed.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91672" cy="2606040"/>
          </a:xfrm>
          <a:prstGeom prst="roundRect">
            <a:avLst>
              <a:gd name="adj" fmla="val 2807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75818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112" y="375818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" y="375818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977640"/>
            <a:ext cx="10579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@staticmethod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save_data(data):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open(FileManager.FILE_NAME, "w") as f: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json.dump(data, f, indent=4)  # to_dict() -&gt; JSON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@staticmethod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load_data():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os.path.exists(FileManager.FILE_NAME):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{"patients": [], "doctors": [], ...}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the system enforces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9888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988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7922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IDs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17627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add_patient() and add_doctor() check find_patient()/find_doctor() first and refuse a second record with the same 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061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06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2095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orphaned appointments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59359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add_appointment() requires the patient AND the doctor to already exist — you can't book someone who isn't registered.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8234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23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626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double-booked doctors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01091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saving, the system scans existing appointments for the same doctor at the same time slot with status “Scheduled” and rejects the clash.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rule also in the code: Payment amounts and Patient ages must be greater than zero.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F6F5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653796"/>
            <a:ext cx="219456" cy="640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" y="576072"/>
            <a:ext cx="64008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621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EAF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A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64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of defense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6712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raise a ValueError with a clear message the moment something is invalid. Every GUI button handler then wraps its call in try/except, so a bad entry shows a friendly message instead of crashing the notebook.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A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safety too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5312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FileManager.save_data() and load_data() are wrapped in try/except as well, so a corrupted or missing JSON file degrades gracefully instead of stopping the whole program.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605272" cy="4251960"/>
          </a:xfrm>
          <a:prstGeom prst="roundRect">
            <a:avLst>
              <a:gd name="adj" fmla="val 1720"/>
            </a:avLst>
          </a:prstGeom>
          <a:solidFill>
            <a:srgbClr val="0B24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7465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46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50932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on_add_patient(b):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p_output: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clear_output()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system.add_patient(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p_id.value, p_name.value,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p_phone.value, p_age.value)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print("Success: Patient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registered!")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D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print(f"Error: {e}")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  •  Python OOP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8875" y="1091794"/>
            <a:ext cx="351130" cy="10241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234" y="967435"/>
            <a:ext cx="102413" cy="35113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2035454" cy="777240"/>
          </a:xfrm>
          <a:prstGeom prst="roundRect">
            <a:avLst>
              <a:gd name="adj" fmla="val 9412"/>
            </a:avLst>
          </a:prstGeom>
          <a:solidFill>
            <a:srgbClr val="0A5C6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41294" y="2743200"/>
            <a:ext cx="2035454" cy="777240"/>
          </a:xfrm>
          <a:prstGeom prst="roundRect">
            <a:avLst>
              <a:gd name="adj" fmla="val 9412"/>
            </a:avLst>
          </a:prstGeom>
          <a:solidFill>
            <a:srgbClr val="0A5C6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1294" y="274320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5349" y="2743200"/>
            <a:ext cx="2035454" cy="777240"/>
          </a:xfrm>
          <a:prstGeom prst="roundRect">
            <a:avLst>
              <a:gd name="adj" fmla="val 9412"/>
            </a:avLst>
          </a:prstGeom>
          <a:solidFill>
            <a:srgbClr val="0A5C6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5349" y="274320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69403" y="2743200"/>
            <a:ext cx="2035454" cy="777240"/>
          </a:xfrm>
          <a:prstGeom prst="roundRect">
            <a:avLst>
              <a:gd name="adj" fmla="val 9412"/>
            </a:avLst>
          </a:prstGeom>
          <a:solidFill>
            <a:srgbClr val="0A5C6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9403" y="274320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33458" y="2743200"/>
            <a:ext cx="2035454" cy="777240"/>
          </a:xfrm>
          <a:prstGeom prst="roundRect">
            <a:avLst>
              <a:gd name="adj" fmla="val 9412"/>
            </a:avLst>
          </a:prstGeom>
          <a:solidFill>
            <a:srgbClr val="0A5C6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33458" y="274320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86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F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real safeguards: validated data with @property, business rules that block duplicate IDs, orphaned bookings and double-booked doctors, JSON persistence, and try/except at every layer — all wired into a working ipywidgets GUI.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1793</Words>
  <Application>Microsoft Office PowerPoint</Application>
  <PresentationFormat>Custom</PresentationFormat>
  <Paragraphs>273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ActiVe</cp:lastModifiedBy>
  <cp:revision>4</cp:revision>
  <dcterms:created xsi:type="dcterms:W3CDTF">2026-09-25T09:20:33Z</dcterms:created>
  <dcterms:modified xsi:type="dcterms:W3CDTF">2026-09-25T09:39:13Z</dcterms:modified>
</cp:coreProperties>
</file>